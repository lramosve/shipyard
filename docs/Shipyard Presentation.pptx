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Calibri"/>
              </a:defRPr>
            </a:pPr>
            <a:r>
              <a:t>SHIPYARD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An Autonomous Coding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Built with LangGraph • FastAPI • GPT-4o • LangSmith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Luis Ramos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is Shipyard?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Autonomous coding agent that reads, edits, and builds 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Surgical file editing — targeted changes, not full rewrites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Persistent loop — accepts instructions without restarting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Context injection — feed specs, schemas, standards at runtime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Multi-agent coordination — Supervisor dispatches Coder + Researcher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Full observability via LangSmith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Calibri"/>
              </a:defRPr>
            </a:pPr>
            <a:r>
              <a:t>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Instruction</a:t>
            </a:r>
            <a:br/>
            <a:r>
              <a:t>    ↓</a:t>
            </a:r>
            <a:br/>
            <a:r>
              <a:t>call_llm  →  should_continue</a:t>
            </a:r>
            <a:br/>
            <a:r>
              <a:t>    ↑              ↓</a:t>
            </a:r>
            <a:br/>
            <a:r>
              <a:t>execute_tools    END</a:t>
            </a:r>
            <a:br/>
            <a:br/>
            <a:r>
              <a:t>Safety: 40-turn limit</a:t>
            </a:r>
            <a:br/>
            <a:r>
              <a:t>Circuit breaker at 5 errors</a:t>
            </a:r>
            <a:br/>
            <a:r>
              <a:t>Passive response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Surgical File Editing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Anchor-based replacement with triple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Agent reads file → mtime recorded in tracker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Agent calls edit_file(old_string, new_string)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Guard: file must be read first (no blind edits)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Guard: file must not be stale (no race conditions)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Guard: old_string must match exactly once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0 matches → fuzzy hint + file excerpt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&gt;1 matches → line numbers for disambiguation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1 match → snapshot, replace, write, update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Calibri"/>
              </a:defRPr>
            </a:pPr>
            <a:r>
              <a:t>11 Tools 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2651760"/>
            <a:ext cx="470020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rPr dirty="0" err="1"/>
              <a:t>read_file</a:t>
            </a:r>
            <a:r>
              <a:rPr dirty="0"/>
              <a:t>      •  </a:t>
            </a:r>
            <a:r>
              <a:rPr dirty="0" err="1"/>
              <a:t>edit_file</a:t>
            </a:r>
            <a:r>
              <a:rPr dirty="0"/>
              <a:t>     •  </a:t>
            </a:r>
            <a:r>
              <a:rPr dirty="0" err="1"/>
              <a:t>write_file</a:t>
            </a:r>
            <a:br>
              <a:rPr dirty="0"/>
            </a:br>
            <a:r>
              <a:rPr dirty="0" err="1"/>
              <a:t>execute_cmd</a:t>
            </a:r>
            <a:r>
              <a:rPr dirty="0"/>
              <a:t>    •  </a:t>
            </a:r>
            <a:r>
              <a:rPr dirty="0" err="1"/>
              <a:t>search_files</a:t>
            </a:r>
            <a:r>
              <a:rPr dirty="0"/>
              <a:t>  •  </a:t>
            </a:r>
            <a:r>
              <a:rPr dirty="0" err="1"/>
              <a:t>list_files</a:t>
            </a:r>
            <a:br>
              <a:rPr dirty="0"/>
            </a:br>
            <a:r>
              <a:rPr dirty="0" err="1"/>
              <a:t>rollback_file</a:t>
            </a:r>
            <a:r>
              <a:rPr dirty="0"/>
              <a:t>  •  </a:t>
            </a:r>
            <a:r>
              <a:rPr dirty="0" err="1"/>
              <a:t>web_search</a:t>
            </a:r>
            <a:r>
              <a:rPr dirty="0"/>
              <a:t>    •  </a:t>
            </a:r>
            <a:r>
              <a:rPr dirty="0" err="1"/>
              <a:t>web_fetch</a:t>
            </a:r>
            <a:br>
              <a:rPr dirty="0"/>
            </a:br>
            <a:r>
              <a:rPr dirty="0" err="1"/>
              <a:t>check_background</a:t>
            </a:r>
            <a:r>
              <a:rPr dirty="0"/>
              <a:t>  •  </a:t>
            </a:r>
            <a:r>
              <a:rPr dirty="0" err="1"/>
              <a:t>stop_background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83679" y="4389120"/>
            <a:ext cx="470020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Calibri"/>
              </a:defRPr>
            </a:pPr>
            <a:r>
              <a:rPr dirty="0"/>
              <a:t>11 unit tests covering all error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The Rebuild: Ship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BB"/>
                </a:solidFill>
                <a:latin typeface="Calibri"/>
              </a:defRPr>
            </a:pPr>
            <a:r>
              <a:t>Shipyard rebuilt the Ship application as its integration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~24h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build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5,482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lines of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tests written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What the agent built: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FastAPI backend with 10 API routers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JWT authentication with 6 seeded demo users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7 database tables with Alembic migrations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React frontend with tabbed dashboard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Kanban board, Gantt chart, analytics views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WebSocket real-time updates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Docker Compose + GitHub Actions CI/CD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What it missed: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6B6B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FleetGraph intelligence agent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6B6B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Real-time collaborative editing (TipTap/Yjs)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6B6B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Unified document model (used normalized tables)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6B6B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Government-grade auth (PIV, OIDC, SAML)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6B6B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Audit logging and RBAC permissions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6B6B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Accessibility (Section 508 / WCAG 2.1)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6B6B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bcrypt password hashing (used SHA-256)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Original vs. Rebuild: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alibri"/>
              </a:defRPr>
            </a:pPr>
            <a:r>
              <a:t>Original (FleetGraph)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463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alibri"/>
              </a:defRPr>
            </a:pPr>
            <a:r>
              <a:t>Rebuilt (new_ship)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Total LOC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745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~126,000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74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~5,500 Python + 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Backend LOC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~49,772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~2,887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Frontend 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~47,425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97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~2,595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DB 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08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E2E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73+ Playwright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20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 Playwright smoke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931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27 + API route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Dev Period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343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6+ days (85+ commits)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343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~24 hours (18 commits)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AI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FleetGraph (4-way parallel)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754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66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LOC Ratio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166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0" y="5166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23 :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Where the agent excelled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0E676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Extraordinary speed: full app in ~24 hours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676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Mechanically consistent code patterns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676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Type safety maintained across every file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676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Docker + CI/CD generated unprompted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0E676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Tests written incrementally, not bolted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Where it fell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F6B6B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Language swap (TS → Python) without justification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6B6B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Security: SHA-256 hashing, no CSRF, no rate limiting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6B6B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Monolithic frontend (1,681-line App.tsx)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6B6B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Omitted the most complex feature (FleetGraph agent)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6B6B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Schema lost extensibility (no JSONB, no unified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A500"/>
                </a:solidFill>
                <a:latin typeface="Calibri"/>
              </a:defRPr>
            </a:pPr>
            <a:r>
              <a:t>Root cause: The agent optimizes for functional correctness ("do tests pass?"), not architectural fidelity ("does this match the original's design?"). Non-functional requirements must be explicit.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Architecture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Right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Saved 500+ lines of loop management, native tracing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Anchor-based editing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47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Right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470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Same strategy as Claude Code and aider; reliable under 300 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Supervisor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22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Partially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2257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Coder + Researcher works but lacks parallelism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980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Compaction at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98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Aggressive but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9806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Orphaned ToolMessage bug proved boundary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73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Python for rebuild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73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Wrong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735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Language swap reflects agent bias, not deliberate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Circuit breaker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Right after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4903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Initial version too aggressive; all-fail threshold is correct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245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Passive response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22452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Calibri"/>
              </a:defRPr>
            </a:pPr>
            <a:r>
              <a:t>Necessary but blunt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224527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Phrase matching has false positives; needs classifier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If I Built It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Add architecture extraction phase before coding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Specialized workers: Architect, Coder, Tester, Reviewer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Parallel worker execution via LangGraph fan-out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File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Batch edit mode (atomic multi-file changes)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File creation templates for repetitive patterns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AST-aware editing for refactoring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Context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Inject original codebase structure as persistent context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Progressive context specialization per build phase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Compaction with semantic anchors for key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Checkpoint validation against original after each phase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Security requirements as injected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Frontend:  https://frontend-production-20c1.up.railway.app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Backend:   https://backend-production-d97a.up.railway.app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93D"/>
                </a:solidFill>
                <a:latin typeface="Calibri"/>
              </a:defRPr>
            </a:pPr>
            <a:r>
              <a:t>Demo login:  dev@ship.dev  /  admin123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Shipyard Agent:  github.com/lramosve/shipyard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Rebuilt Ship:  github.com/lramosve/new_ship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Comparative Analysis:  docs/Comparative Analysis.pdf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894</Words>
  <Application>Microsoft Office PowerPoint</Application>
  <PresentationFormat>Widescreen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Ramos</cp:lastModifiedBy>
  <cp:revision>2</cp:revision>
  <dcterms:created xsi:type="dcterms:W3CDTF">2013-01-27T09:14:16Z</dcterms:created>
  <dcterms:modified xsi:type="dcterms:W3CDTF">2026-03-27T01:42:46Z</dcterms:modified>
  <cp:category/>
</cp:coreProperties>
</file>